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2e1c3d5b0174f09" Type="http://schemas.openxmlformats.org/package/2006/relationships/metadata/core-properties" Target="docProps/core.xml"/><Relationship Id="Rd59a83f0e562424a" Type="http://schemas.openxmlformats.org/officeDocument/2006/relationships/extended-properties" Target="docProps/app.xml"/><Relationship Id="Rd5aa54596f4d4ad0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7375623d35419b"/>
  </p:sldMasterIdLst>
  <p:notesMasterIdLst>
    <p:notesMasterId xmlns:r="http://schemas.openxmlformats.org/officeDocument/2006/relationships" r:id="R0fef81441631498e"/>
  </p:notesMasterIdLst>
  <p:sldIdLst>
    <p:sldId xmlns:r="http://schemas.openxmlformats.org/officeDocument/2006/relationships" id="256" r:id="Rb1980c2691a14ebb"/>
    <p:sldId xmlns:r="http://schemas.openxmlformats.org/officeDocument/2006/relationships" id="257" r:id="Rc420b7e97b624f12"/>
    <p:sldId xmlns:r="http://schemas.openxmlformats.org/officeDocument/2006/relationships" id="258" r:id="R6769a15b596e45f8"/>
    <p:sldId xmlns:r="http://schemas.openxmlformats.org/officeDocument/2006/relationships" id="259" r:id="R7cc1158b7219401d"/>
    <p:sldId xmlns:r="http://schemas.openxmlformats.org/officeDocument/2006/relationships" id="260" r:id="R71c8cd2ba65b44ea"/>
    <p:sldId xmlns:r="http://schemas.openxmlformats.org/officeDocument/2006/relationships" id="261" r:id="Ra3e66088a4f14fc4"/>
    <p:sldId xmlns:r="http://schemas.openxmlformats.org/officeDocument/2006/relationships" id="262" r:id="R9375ed1635e04c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fef81441631498e" Type="http://schemas.openxmlformats.org/officeDocument/2006/relationships/notesMaster" Target="notesMasters/notesMaster1.xml"/><Relationship Id="R63539c6fefab4d18" Type="http://schemas.openxmlformats.org/officeDocument/2006/relationships/tableStyles" Target="tableStyles.xml"/><Relationship Id="R6769a15b596e45f8" Type="http://schemas.openxmlformats.org/officeDocument/2006/relationships/slide" Target="slides/slide3.xml"/><Relationship Id="R71c8cd2ba65b44ea" Type="http://schemas.openxmlformats.org/officeDocument/2006/relationships/slide" Target="slides/slide5.xml"/><Relationship Id="R7cc1158b7219401d" Type="http://schemas.openxmlformats.org/officeDocument/2006/relationships/slide" Target="slides/slide4.xml"/><Relationship Id="R8b7375623d35419b" Type="http://schemas.openxmlformats.org/officeDocument/2006/relationships/slideMaster" Target="slideMasters/slideMaster1.xml"/><Relationship Id="R9375ed1635e04c5c" Type="http://schemas.openxmlformats.org/officeDocument/2006/relationships/slide" Target="slides/slide7.xml"/><Relationship Id="R9396e08d3db74f25" Type="http://schemas.openxmlformats.org/officeDocument/2006/relationships/theme" Target="theme/theme1.xml"/><Relationship Id="Ra3e66088a4f14fc4" Type="http://schemas.openxmlformats.org/officeDocument/2006/relationships/slide" Target="slides/slide6.xml"/><Relationship Id="Rb1980c2691a14ebb" Type="http://schemas.openxmlformats.org/officeDocument/2006/relationships/slide" Target="slides/slide1.xml"/><Relationship Id="Rb26a5772662d4061" Type="http://schemas.openxmlformats.org/officeDocument/2006/relationships/presProps" Target="presProps.xml"/><Relationship Id="Rc420b7e97b624f12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cd077ba334e44de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53a66802cba4505" Type="http://schemas.openxmlformats.org/officeDocument/2006/relationships/notesMaster" Target="../notesMasters/notesMaster1.xml"/><Relationship Id="Rb2c54a31f43b40a9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aaeedbd737524dc1" Type="http://schemas.openxmlformats.org/officeDocument/2006/relationships/slide" Target="../slides/slide2.xml"/><Relationship Id="Rec8e91dd2d384eb9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41da7fc73ca4629" Type="http://schemas.openxmlformats.org/officeDocument/2006/relationships/slide" Target="../slides/slide3.xml"/><Relationship Id="R63d28dddbdd844e0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e59d0977ddf40c3" Type="http://schemas.openxmlformats.org/officeDocument/2006/relationships/slide" Target="../slides/slide4.xml"/><Relationship Id="Ra735ed37be364f0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81bb823c3a7d44db" Type="http://schemas.openxmlformats.org/officeDocument/2006/relationships/notesMaster" Target="../notesMasters/notesMaster1.xml"/><Relationship Id="Rfa8960eed167488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dfb84d4599346a1" Type="http://schemas.openxmlformats.org/officeDocument/2006/relationships/slide" Target="../slides/slide6.xml"/><Relationship Id="Rd11d43faf0204d5a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03467df99d646bc" Type="http://schemas.openxmlformats.org/officeDocument/2006/relationships/notesMaster" Target="../notesMasters/notesMaster1.xml"/><Relationship Id="R8d99f93c15fa47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de um trabalho escolar independente inspirado em GTA VI. As ilustrações foram geradas para o projeto e não são capturas oficiais.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a página é um fan project para a atividade. Jason, Lucia e Leonida aparecem no material oficial da Rockstar: https://www.rockstargames.com/VI . Lançamento previsto em 19/11/2026 para PS5 e Xbox Series X|S: https://store.rockstargames.com/pt-BR/game/buy-gta-vi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Demonstração: abra a seção “Conheça o clima de Leonida”, clique nas setas ou arraste. A função new Swiper seleciona a classe .gallery. Referência da biblioteca: https://swiperjs.com/get-started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Demonstração: recarregue a página e role até as seções de texto e biblioteca. O atributo data-aos marca os elementos; AOS.init inicia a biblioteca. Referência: https://michalsnik.github.io/aos/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Demonstração: clique em “Soltar confetes”. O botão chama a função confetti com as cores da página. Referência: https://www.npmjs.com/package/canvas-confetti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arquivo index.html. Os endereços completos estão nele, com versões fixas das bibliotecas. O atributo defer permite carregar o HTML antes de executar os scripts. É necessário acesso à internet para baixar os arquivos CDN. O arquivo script.js contém as chamadas de inicialização.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index.html com internet no navegador. Demonstre as três funções na ordem mostrada. Conclusão: bibliotecas fornecem funcionalidades prontas e ajudam a desenvolver mais rápido, mas exigem incluir e configurar seus arquivos.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ef9d3c7633c420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54c755b6f664836" Type="http://schemas.openxmlformats.org/officeDocument/2006/relationships/theme" Target="theme/theme2.xml"/><Relationship Id="Rf63f15f7fda34fc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3f15f7fda34f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4369027886c4ad4" Type="http://schemas.openxmlformats.org/officeDocument/2006/relationships/notesSlide" Target="../notesSlides/notesSlide1.xml"/><Relationship Id="R8dae81197ca74b49" Type="http://schemas.openxmlformats.org/officeDocument/2006/relationships/slideLayout" Target="../slideLayouts/slideLayout1.xml"/><Relationship Id="Rd34b7898fcfd4d0d" Type="http://schemas.openxmlformats.org/officeDocument/2006/relationships/image" Target="../media/image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ec4685d5782a45b6" Type="http://schemas.openxmlformats.org/officeDocument/2006/relationships/notesSlide" Target="../notesSlides/notesSlide2.xml"/><Relationship Id="Recd61b088aab4a37" Type="http://schemas.openxmlformats.org/officeDocument/2006/relationships/slideLayout" Target="../slideLayouts/slideLayout1.xml"/><Relationship Id="Rf1e7935ad68d49f4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00294cb96d124f85" Type="http://schemas.openxmlformats.org/officeDocument/2006/relationships/image" Target="../media/image3.png"/><Relationship Id="R047bda60fb034c4d" Type="http://schemas.openxmlformats.org/officeDocument/2006/relationships/slideLayout" Target="../slideLayouts/slideLayout1.xml"/><Relationship Id="R81a37e2020ee43cd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824756539054e32" Type="http://schemas.openxmlformats.org/officeDocument/2006/relationships/notesSlide" Target="../notesSlides/notesSlide4.xml"/><Relationship Id="R3a37019e742c4c3a" Type="http://schemas.openxmlformats.org/officeDocument/2006/relationships/image" Target="../media/image4.png"/><Relationship Id="Rc4c694359bfd4aac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942f3134c3847e7" Type="http://schemas.openxmlformats.org/officeDocument/2006/relationships/notesSlide" Target="../notesSlides/notesSlide5.xml"/><Relationship Id="R419c2ca3f9e84ddb" Type="http://schemas.openxmlformats.org/officeDocument/2006/relationships/slideLayout" Target="../slideLayouts/slideLayout1.xml"/><Relationship Id="R6786a63697c841ae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698f83fd2ada4a04" Type="http://schemas.openxmlformats.org/officeDocument/2006/relationships/notesSlide" Target="../notesSlides/notesSlide6.xml"/><Relationship Id="R98f6b0c091774cce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f8b9d39d6764d3a" Type="http://schemas.openxmlformats.org/officeDocument/2006/relationships/notesSlide" Target="../notesSlides/notesSlide7.xml"/><Relationship Id="R449cad363d974f7d" Type="http://schemas.openxmlformats.org/officeDocument/2006/relationships/image" Target="../media/image6.png"/><Relationship Id="Rb126cb1fc8124d98" Type="http://schemas.openxmlformats.org/officeDocument/2006/relationships/slideLayout" Target="../slideLayouts/slideLayout1.xml"/><Relationship Id="rId4" Type="http://schemas.openxmlformats.org/officeDocument/2006/relationships/image" Target="../media/image8.jpg"/><Relationship Id="rId5" Type="http://schemas.openxmlformats.org/officeDocument/2006/relationships/hyperlink" Target="https://enzuu0.github.io/gta-vi-bibliotecas-js/" TargetMode="Externa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D1CF0-0719-4A0D-99C5-C45BAB9D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PROGRAMAÇÃO WEB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C56D7-B431-4C92-856B-4312E433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542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GTA VI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18B25-05B5-4D59-95FF-A4931869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BIBLIOTECAS</a:t>
            </a:r>
          </a:p>
          <a:p xmlns:a="http://schemas.openxmlformats.org/drawingml/2006/main">
            <a:pPr>
              <a:defRPr sz="4500" b="1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JAVASCRIPT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4282F-59DA-41B8-91AE-5470FCB3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3C9D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3C9D4"/>
                </a:solidFill>
                <a:latin typeface="DejaVu Sans"/>
                <a:ea typeface="DejaVu Sans"/>
                <a:cs typeface="DejaVu Sans"/>
              </a:rPr>
              <a:t>Uma página com galeria, animações e confetes</a:t>
            </a:r>
          </a:p>
        </p:txBody>
      </p:sp>
      <p:pic xmlns:a="http://schemas.openxmlformats.org/drawingml/2006/main" xmlns:r="http://schemas.openxmlformats.org/officeDocument/2006/relationships">
        <p:nvPicPr>
          <p:cNvPr id="6" name="Picture 5" descr="gta-vi-dup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625" y="0"/>
            <a:ext cx="6810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83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F21BD-1CA2-4FE4-9E9A-6281EDA6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41C92-1F92-4AB9-9CF5-E29F5C02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GTA VI: 13 anos de espera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90086-0B90-4C4B-B3DB-6D6D875A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86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F5FB9-6594-4D41-BFBF-FC3E7476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Desde GTA V (2013)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014BB-8F03-4C6E-A6C5-D5E868AD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Jason e Lucia chegam a Leonida. Lançamento previsto: 19/11/2026.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BCB7E-DD05-457A-AF71-9AC84E7F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Por que tanta expectativa?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C1B4B-48EF-4F17-9847-7CFCCA75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1750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O histórico de GTA V e Red Dead Redemption 2 inspira confiança, mas GTA VI só poderá ser avaliado após sair.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jason-luci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2305050"/>
            <a:ext cx="49530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13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3434E-CEA9-4F55-B75A-28587410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BIBLIOTECA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7FF01-9035-47DC-8C0E-22880019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Swiper: galeria de imagens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A331A-155B-4A89-9C91-64BB0941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86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94cb96d124f85"/>
          <a:srcRect xmlns:a="http://schemas.openxmlformats.org/drawingml/2006/main" l="10823" t="0" r="108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114550"/>
            <a:ext cx="5105400" cy="3667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54690-7854-4344-9865-B64304FD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O que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BE993-A05A-4AE2-9D83-53B561A7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509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Transforma as imagens em um carrossel com setas, arraste e paginação.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54365-42F5-4414-8098-70C95FC6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Como usamos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2AFDD-931C-4148-9F21-F4992CFA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new Swiper('.gallery', { ... })</a:t>
            </a:r>
          </a:p>
        </p:txBody>
      </p:sp>
    </p:spTree>
    <p:extLst>
      <p:ext uri="{BB962C8B-B14F-4D97-AF65-F5344CB8AC3E}">
        <p14:creationId xmlns:p14="http://schemas.microsoft.com/office/powerpoint/2010/main" val="1514788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60021-FABD-4994-9F6E-1C92097E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BIBLIOTECA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CAE6E-7C6B-4075-A527-AF94E453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AOS: animação na rolagem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945B9-3DBA-46D9-BFEC-C3A3D2A6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86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7019e742c4c3a"/>
          <a:srcRect xmlns:a="http://schemas.openxmlformats.org/drawingml/2006/main" l="10823" t="0" r="108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114550"/>
            <a:ext cx="5105400" cy="3667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A65D2-B066-47CF-9B67-449D1736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O que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19BB9-C4A9-4444-B240-11A31271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509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Faz o conteúdo aparecer com movimento quando entra na tela.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68554-3654-493B-B5B7-13891AC4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Como usamos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5630E-5585-4FFA-A82A-46CF485B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data-aos="fade-up"</a:t>
            </a:r>
          </a:p>
          <a:p xmlns:a="http://schemas.openxmlformats.org/drawingml/2006/main">
            <a:pPr>
              <a:defRPr sz="1725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AOS.init()</a:t>
            </a:r>
          </a:p>
        </p:txBody>
      </p:sp>
    </p:spTree>
    <p:extLst>
      <p:ext uri="{BB962C8B-B14F-4D97-AF65-F5344CB8AC3E}">
        <p14:creationId xmlns:p14="http://schemas.microsoft.com/office/powerpoint/2010/main" val="14586845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95041-C723-4DC7-ACD3-57EE1F17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BIBLIOTECA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3AE46-FE3C-426A-8C09-C8529DD9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canvas-confetti: efeito no clique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39FB8-AFBE-405A-B3F7-764CDBCD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86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6a63697c841ae"/>
          <a:srcRect xmlns:a="http://schemas.openxmlformats.org/drawingml/2006/main" l="10823" t="0" r="108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114550"/>
            <a:ext cx="5105400" cy="3667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7AE49-7B9A-4EBF-BBD6-8FE8F14C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O que 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B5C90-13B9-4DB4-A457-F2D9B397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509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Cria partículas coloridas na tela quando o usuário clica no botão.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1D013-34F4-4B42-82A9-DE98B2E8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90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Como usamos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AF09B-D56B-4E7C-B466-7ECE9501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confetti({ particleCount: 130, ... })</a:t>
            </a:r>
          </a:p>
        </p:txBody>
      </p:sp>
    </p:spTree>
    <p:extLst>
      <p:ext uri="{BB962C8B-B14F-4D97-AF65-F5344CB8AC3E}">
        <p14:creationId xmlns:p14="http://schemas.microsoft.com/office/powerpoint/2010/main" val="2081524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B5019-2827-45EF-96D3-5F4EB75B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986F0-EAB4-463F-82C3-8329032A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Como as bibliotecas entram no HTML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23DF1-B7E5-458C-B570-5188C24F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86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8C66D-7648-4D92-97B0-072AA7F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1. CSS externo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CC06B-F144-49C2-AEFD-7150FDFF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&lt;link rel="stylesheet" href="...aos.css"&gt;</a:t>
            </a:r>
          </a:p>
          <a:p xmlns:a="http://schemas.openxmlformats.org/drawingml/2006/main">
            <a:pPr>
              <a:defRPr sz="1725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&lt;link rel="stylesheet" href="...swiper-bundle.min.css"&gt;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FC2D2-3DF0-42F4-8F6E-C6812312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2. JavaScript externo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03B10-47C5-479C-ACFE-923947DD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&lt;script defer src="...aos.js"&gt;&lt;/script&gt;</a:t>
            </a:r>
          </a:p>
          <a:p xmlns:a="http://schemas.openxmlformats.org/drawingml/2006/main">
            <a:pPr>
              <a:defRPr sz="1650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&lt;script defer src="...swiper-bundle.min.js"&gt;&lt;/script&gt;</a:t>
            </a:r>
          </a:p>
          <a:p xmlns:a="http://schemas.openxmlformats.org/drawingml/2006/main">
            <a:pPr>
              <a:defRPr sz="1650" b="0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&lt;script defer src="...confetti.browser.min.js"&gt;&lt;/script&gt;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4008108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1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5DE65-A5B1-4923-9BCF-F53EA7B9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APRESENTAÇÃO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B9EB3-F8B2-4A53-83EF-B8016E68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Demonstração da página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518A8-F11F-47A2-8F36-A3134D95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286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886D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B7F8B-7B2F-4ACB-A728-A12CF84B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01  Role a página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63EA4-42E7-48DB-B487-D7F24FC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3C9D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3C9D4"/>
                </a:solidFill>
                <a:latin typeface="DejaVu Sans"/>
                <a:ea typeface="DejaVu Sans"/>
                <a:cs typeface="DejaVu Sans"/>
              </a:rPr>
              <a:t>AOS anima as seções.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73222-4E24-41CF-94A2-5611847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02  Navegue pela galeria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5A181-CCB8-4C84-BADF-EF4583B6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3C9D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3C9D4"/>
                </a:solidFill>
                <a:latin typeface="DejaVu Sans"/>
                <a:ea typeface="DejaVu Sans"/>
                <a:cs typeface="DejaVu Sans"/>
              </a:rPr>
              <a:t>Swiper muda as imagens.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32CE1-79B4-412C-9157-CC2636B8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8F3E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8F3ED"/>
                </a:solidFill>
                <a:latin typeface="DejaVu Sans"/>
                <a:ea typeface="DejaVu Sans"/>
                <a:cs typeface="DejaVu Sans"/>
              </a:rPr>
              <a:t>03  Clique no botão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E7203-2A36-4AA8-B1BC-3A46CFD9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3C9D4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3C9D4"/>
                </a:solidFill>
                <a:latin typeface="DejaVu Sans"/>
                <a:ea typeface="DejaVu Sans"/>
                <a:cs typeface="DejaVu Sans"/>
              </a:rPr>
              <a:t>canvas-confetti solta os confetes.</a:t>
            </a:r>
          </a:p>
        </p:txBody>
      </p:sp>
      <p:pic xmlns:a="http://schemas.openxmlformats.org/drawingml/2006/main" xmlns:r="http://schemas.openxmlformats.org/officeDocument/2006/relationships">
        <p:nvPicPr>
          <p:cNvPr id="12" name="Picture 11" descr="leonida-key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25" y="2381250"/>
            <a:ext cx="3857625" cy="2667000"/>
          </a:xfrm>
          <a:prstGeom prst="rect">
            <a:avLst/>
          </a:prstGeom>
        </p:spPr>
      </p:pic>
      <p:sp xmlns:a="http://schemas.openxmlformats.org/drawingml/2006/main">
        <p:nvSpPr>
          <p:cNvPr id="13" name="TextBox 12"/>
          <p:cNvSpPr txBox="1"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886D"/>
                </a:solidFill>
                <a:latin typeface="Arial"/>
                <a:hlinkClick xmlns:ns0="http://schemas.openxmlformats.org/officeDocument/2006/relationships" ns0:id="rId5"/>
              </a:rPr>
              <a:t>ABRIR O SITE  ↗  enzuu0.github.io/gta-vi-bibliotecas-js/</a:t>
            </a:r>
          </a:p>
        </p:txBody>
      </p:sp>
    </p:spTree>
    <p:extLst>
      <p:ext uri="{BB962C8B-B14F-4D97-AF65-F5344CB8AC3E}">
        <p14:creationId xmlns:p14="http://schemas.microsoft.com/office/powerpoint/2010/main" val="1784004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2026-09-28T14:12:46.8470000Z</dcterms:created>
  <dcterms:modified xsi:type="dcterms:W3CDTF">2026-09-28T14:12:46.8470000Z</dcterms:modified>
</coreProperties>
</file>